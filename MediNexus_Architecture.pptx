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B4D8"/>
                </a:solidFill>
              </a:rPr>
              <a:t>MediNexus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834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AI-Powered Hospital WhatsApp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0B4C8"/>
                </a:solidFill>
              </a:rPr>
              <a:t>System Architecture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1B3E"/>
                </a:solidFill>
              </a:rPr>
              <a:t>Gleneagles Chennai  ·  Powered by Gemini + Neo4j +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MediNexus —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377440" cy="7772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704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👤  Patient / Doctor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8132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WhatsApp Mobile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1481328"/>
            <a:ext cx="4572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00400" y="1097280"/>
            <a:ext cx="2377440" cy="7772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1704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📡  Meta Cloud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48132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Webhook  ·  HMAC-SHA256
verification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1481328"/>
            <a:ext cx="4572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035040" y="1097280"/>
            <a:ext cx="2377440" cy="7772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1704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⚡  FastAPI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1481328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whatsapp.py  ·  uvicorn
Background task dispatch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874519"/>
            <a:ext cx="36576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2402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450592"/>
            <a:ext cx="8595360" cy="12344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27248" y="2523744"/>
            <a:ext cx="83759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🧠  WhatsApp Orchestrator  (orchestrator/core.py)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248" y="2834640"/>
            <a:ext cx="83759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1. Hydrate session  →  2. Role detection (PATIENT / DOCTOR)  →  3. State machine (IDLE / AWAITING_CONFIRM)
4. Intent gate: warmup (kg only) vs full tools  →  5. ReAct loop  →  6. Confirmation gate  →  7. Format &amp; send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685032"/>
            <a:ext cx="36576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87368" y="397763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3685032"/>
            <a:ext cx="36576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397763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3685032"/>
            <a:ext cx="36576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397763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187952"/>
            <a:ext cx="2377440" cy="10058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27248" y="426110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🔍  kg_retriever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457200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Neo4j Knowledge Graph
Doctor search by symptom,
name, language, specialty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4187952"/>
            <a:ext cx="2377440" cy="10058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8" y="426110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📅  appointment tool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0448" y="457200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Token queue booking
Book / Cancel / ETA
Family member support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4187952"/>
            <a:ext cx="2377440" cy="100584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4261104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📊  query_data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4572000"/>
            <a:ext cx="21579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Text-to-SQL (Gemini)
Doctor-scoped queries
Patients · Tokens · Sessions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5193792"/>
            <a:ext cx="36576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4589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623560"/>
            <a:ext cx="2468880" cy="96012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5696712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🤖  Gemini 3.6 Flash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6007608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OpenAI-compatible API
Tool calling · Multilingual
Temp 1.0 · 8192 tokens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5623560"/>
            <a:ext cx="5120640" cy="960120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0448" y="5696712"/>
            <a:ext cx="4901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🗄️  PostgreSQL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0448" y="6007608"/>
            <a:ext cx="4901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hospitals · doctors · patients · doctor_sessions · tokens · patient_identities · patient_relationships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0200" y="3685032"/>
            <a:ext cx="36576" cy="1938528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3E"/>
                </a:solidFill>
              </a:rPr>
              <a:t>MediNexus  ·  Architecture Overview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MediNexus — Patient Booking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88136"/>
            <a:ext cx="502920" cy="5029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88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960120"/>
            <a:ext cx="9875520" cy="65836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033272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Patient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344168"/>
            <a:ext cx="9656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"Book for my mother with Dr. Madhavan tomorrow"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1591056"/>
            <a:ext cx="36576" cy="265176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solidFill>
            <a:srgbClr val="009AB8"/>
          </a:solidFill>
          <a:ln>
            <a:solidFill>
              <a:srgbClr val="009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856232"/>
            <a:ext cx="9875520" cy="65836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1929384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kg_retriever (Neo4j)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240280"/>
            <a:ext cx="9656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Searches Knowledge Graph → returns doctor_id, department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487168"/>
            <a:ext cx="36576" cy="265176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2752344"/>
            <a:ext cx="9875520" cy="65836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2825496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Appointment Tool — Gate Intercepts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136392"/>
            <a:ext cx="9656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Orchestrator pauses. Sends: "Please confirm: BOOK for Meena on 2026-08-26"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3383280"/>
            <a:ext cx="36576" cy="265176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76472"/>
            <a:ext cx="502920" cy="5029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776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648456"/>
            <a:ext cx="9875520" cy="65836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1328" y="3721608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Patient Confirms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032504"/>
            <a:ext cx="9656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"Yes" → _is_affirmative() → tool executes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" y="4279392"/>
            <a:ext cx="36576" cy="265176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672584"/>
            <a:ext cx="502920" cy="5029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72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4544568"/>
            <a:ext cx="9875520" cy="65836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81328" y="4617720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BookingConfirmation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4928616"/>
            <a:ext cx="9656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Orchestrator formats directly (bypasses LLM):
✅ Token #3  ·  Dr. Madhavan M  ·  10:00 AM  ·  ₹500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" y="5175504"/>
            <a:ext cx="36576" cy="265176"/>
          </a:xfrm>
          <a:prstGeom prst="rect">
            <a:avLst/>
          </a:prstGeom>
          <a:solidFill>
            <a:srgbClr val="A0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568696"/>
            <a:ext cx="502920" cy="502920"/>
          </a:xfrm>
          <a:prstGeom prst="rect">
            <a:avLst/>
          </a:prstGeom>
          <a:solidFill>
            <a:srgbClr val="8E44AD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568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3E"/>
                </a:solidFill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440680"/>
            <a:ext cx="9875520" cy="65836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81328" y="5513832"/>
            <a:ext cx="9656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Family Memory Saved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81328" y="5824728"/>
            <a:ext cx="9656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New family member persisted to patient_relationships for future sessions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3E"/>
                </a:solidFill>
              </a:rPr>
              <a:t>MediNexus  ·  Architecture Overview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MediNexus — 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🤖  Gemini 3.6 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3441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Cost-effective · Multilingual · Native tool calling · 8K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9601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7608" y="10332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🕸️  Neo4j 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8" y="13441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Graph traversal for symptom → specialty → doctor. Richer than SQL for medical ontology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9476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🎫  Token Queue (not time slots)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585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Matches how Indian hospitals actually operate. No scheduling complexity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8745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07608" y="19476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💾  In-Memory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8" y="22585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 Redis cost. Sessions are ephemeral. Family memory persisted in PostgreSQL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8620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🔐  Role Detection by Phone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31729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Doctors pre-registered in config/doctors.json. Zero onboarding friction for staff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27889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8" y="28620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✅  Orchestrator Confirmation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8" y="31729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LLM can never accidentally book. Gate intercepts tool call, patient confirms via YES/NO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7764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🌐  Language Mirroring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0873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Prompt-level rule. Telugu/Hindi/Tamil transliterated in → same out. Zero extra infra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3703320"/>
            <a:ext cx="5303520" cy="749808"/>
          </a:xfrm>
          <a:prstGeom prst="rect">
            <a:avLst/>
          </a:prstGeom>
          <a:solidFill>
            <a:srgbClr val="10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7608" y="3776472"/>
            <a:ext cx="5084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👨‍👩‍👧  Family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8" y="4087368"/>
            <a:ext cx="50840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Phone-scoped identity layer. Book for mother/father without re-entering details each 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3E"/>
                </a:solidFill>
              </a:rPr>
              <a:t>MediNexus  ·  Architecture Overview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MediNexus —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58368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Channel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960120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033272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WhatsApp Business API  (Meta Cloud API)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18488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18488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618488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691640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FastAPI  +  uvicorn  +  ngrok (dev)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276856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276856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2350008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Python  ·  ReAct loop  ·  State machine  ·  Tool gating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35224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35224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LLM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2935224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3008376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Gemini 3.6 Flash  (OpenAI-compatible endpoint)  ·  Tool calling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93592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593592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Knowledge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593592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3666744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Neo4j  ·  Fulltext + Graph KG  ·  Lucene queries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51960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4251960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4325112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PostgreSQL  (psycopg2)  ·  Token queue  ·  Family memory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10328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910328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SMS / OTP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4910328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983480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Fast2SMS  (planned)  ·  ₹0.10–0.15 / SMS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68696"/>
            <a:ext cx="1645920" cy="57607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568696"/>
            <a:ext cx="16459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3E"/>
                </a:solidFill>
              </a:rPr>
              <a:t>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5568696"/>
            <a:ext cx="8229600" cy="576072"/>
          </a:xfrm>
          <a:prstGeom prst="rect">
            <a:avLst/>
          </a:prstGeom>
          <a:solidFill>
            <a:srgbClr val="102A5A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8840" y="5641848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Python 3.14  ·  venv  ·  .env secrets  ·  Git subtree monorepo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1B3E"/>
                </a:solidFill>
              </a:rPr>
              <a:t>MediNexus  ·  Architecture Overview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